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F91C72-B872-4827-94EA-B692D696B01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62D36C7-B97F-4B57-8F5E-6E893C168FBF}">
      <dgm:prSet/>
      <dgm:spPr/>
      <dgm:t>
        <a:bodyPr/>
        <a:lstStyle/>
        <a:p>
          <a:r>
            <a:rPr lang="en-US"/>
            <a:t>Login, Registration and User Profile</a:t>
          </a:r>
        </a:p>
      </dgm:t>
    </dgm:pt>
    <dgm:pt modelId="{D7B23FDE-0135-42E7-92B2-8122FA3B4961}" type="parTrans" cxnId="{61FE9CF7-8D31-4D48-932C-7F828A0F6E7E}">
      <dgm:prSet/>
      <dgm:spPr/>
      <dgm:t>
        <a:bodyPr/>
        <a:lstStyle/>
        <a:p>
          <a:endParaRPr lang="en-US"/>
        </a:p>
      </dgm:t>
    </dgm:pt>
    <dgm:pt modelId="{42C3D094-8D5B-4664-A6E6-CC87CA9B418C}" type="sibTrans" cxnId="{61FE9CF7-8D31-4D48-932C-7F828A0F6E7E}">
      <dgm:prSet/>
      <dgm:spPr/>
      <dgm:t>
        <a:bodyPr/>
        <a:lstStyle/>
        <a:p>
          <a:endParaRPr lang="en-US"/>
        </a:p>
      </dgm:t>
    </dgm:pt>
    <dgm:pt modelId="{C71DF184-E7E3-4BB3-8BF0-B461A6054363}">
      <dgm:prSet/>
      <dgm:spPr/>
      <dgm:t>
        <a:bodyPr/>
        <a:lstStyle/>
        <a:p>
          <a:r>
            <a:rPr lang="en-US"/>
            <a:t>Create study space and upload notes</a:t>
          </a:r>
        </a:p>
      </dgm:t>
    </dgm:pt>
    <dgm:pt modelId="{A9DF054B-5A68-4355-974F-3F7DA081DF6B}" type="parTrans" cxnId="{7CFF38D0-63F2-42A6-B90D-780C38CD7828}">
      <dgm:prSet/>
      <dgm:spPr/>
      <dgm:t>
        <a:bodyPr/>
        <a:lstStyle/>
        <a:p>
          <a:endParaRPr lang="en-US"/>
        </a:p>
      </dgm:t>
    </dgm:pt>
    <dgm:pt modelId="{A107BB35-E366-4513-B7C3-30185B666243}" type="sibTrans" cxnId="{7CFF38D0-63F2-42A6-B90D-780C38CD7828}">
      <dgm:prSet/>
      <dgm:spPr/>
      <dgm:t>
        <a:bodyPr/>
        <a:lstStyle/>
        <a:p>
          <a:endParaRPr lang="en-US"/>
        </a:p>
      </dgm:t>
    </dgm:pt>
    <dgm:pt modelId="{0410FE5B-5A5B-4F09-A52D-EB2EB936AD1C}">
      <dgm:prSet/>
      <dgm:spPr/>
      <dgm:t>
        <a:bodyPr/>
        <a:lstStyle/>
        <a:p>
          <a:r>
            <a:rPr lang="en-US"/>
            <a:t>AI Tutor assistant in chat when live inside a study space</a:t>
          </a:r>
        </a:p>
      </dgm:t>
    </dgm:pt>
    <dgm:pt modelId="{6B5AA320-6E84-42B2-8A49-262C298B3422}" type="parTrans" cxnId="{3A33814E-7799-4A8B-A05C-C87F33828927}">
      <dgm:prSet/>
      <dgm:spPr/>
      <dgm:t>
        <a:bodyPr/>
        <a:lstStyle/>
        <a:p>
          <a:endParaRPr lang="en-US"/>
        </a:p>
      </dgm:t>
    </dgm:pt>
    <dgm:pt modelId="{4D57EC3C-609C-4E68-840E-114CAF978B3C}" type="sibTrans" cxnId="{3A33814E-7799-4A8B-A05C-C87F33828927}">
      <dgm:prSet/>
      <dgm:spPr/>
      <dgm:t>
        <a:bodyPr/>
        <a:lstStyle/>
        <a:p>
          <a:endParaRPr lang="en-US"/>
        </a:p>
      </dgm:t>
    </dgm:pt>
    <dgm:pt modelId="{C9316CD1-A38C-4ADC-8C1E-A3AD3227832B}">
      <dgm:prSet/>
      <dgm:spPr/>
      <dgm:t>
        <a:bodyPr/>
        <a:lstStyle/>
        <a:p>
          <a:r>
            <a:rPr lang="en-US" dirty="0"/>
            <a:t>Pomodoro Timer</a:t>
          </a:r>
        </a:p>
      </dgm:t>
    </dgm:pt>
    <dgm:pt modelId="{6C1D040D-1A0F-473A-8634-CBF27D20F3BD}" type="parTrans" cxnId="{C297D2F2-6EB4-436A-8537-F2488C044A24}">
      <dgm:prSet/>
      <dgm:spPr/>
      <dgm:t>
        <a:bodyPr/>
        <a:lstStyle/>
        <a:p>
          <a:endParaRPr lang="en-US"/>
        </a:p>
      </dgm:t>
    </dgm:pt>
    <dgm:pt modelId="{D824594C-591C-4D8B-9F74-01F4F498C423}" type="sibTrans" cxnId="{C297D2F2-6EB4-436A-8537-F2488C044A24}">
      <dgm:prSet/>
      <dgm:spPr/>
      <dgm:t>
        <a:bodyPr/>
        <a:lstStyle/>
        <a:p>
          <a:endParaRPr lang="en-US"/>
        </a:p>
      </dgm:t>
    </dgm:pt>
    <dgm:pt modelId="{CE621887-F2A2-440D-811B-54286493FC11}" type="pres">
      <dgm:prSet presAssocID="{D2F91C72-B872-4827-94EA-B692D696B015}" presName="root" presStyleCnt="0">
        <dgm:presLayoutVars>
          <dgm:dir/>
          <dgm:resizeHandles val="exact"/>
        </dgm:presLayoutVars>
      </dgm:prSet>
      <dgm:spPr/>
    </dgm:pt>
    <dgm:pt modelId="{C3351096-43C3-4503-9C5D-BD77147FB6DF}" type="pres">
      <dgm:prSet presAssocID="{E62D36C7-B97F-4B57-8F5E-6E893C168FBF}" presName="compNode" presStyleCnt="0"/>
      <dgm:spPr/>
    </dgm:pt>
    <dgm:pt modelId="{E00E00D1-C6E1-425E-A318-89B2EF5D3859}" type="pres">
      <dgm:prSet presAssocID="{E62D36C7-B97F-4B57-8F5E-6E893C168FBF}" presName="bgRect" presStyleLbl="bgShp" presStyleIdx="0" presStyleCnt="4"/>
      <dgm:spPr/>
    </dgm:pt>
    <dgm:pt modelId="{16EBAC0D-C4AF-4740-A339-687F1F195EF0}" type="pres">
      <dgm:prSet presAssocID="{E62D36C7-B97F-4B57-8F5E-6E893C168FB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39E89A7-6AC4-444F-A9DB-325842E1D931}" type="pres">
      <dgm:prSet presAssocID="{E62D36C7-B97F-4B57-8F5E-6E893C168FBF}" presName="spaceRect" presStyleCnt="0"/>
      <dgm:spPr/>
    </dgm:pt>
    <dgm:pt modelId="{E5BB683D-532A-4F18-9A19-31AFFE262D32}" type="pres">
      <dgm:prSet presAssocID="{E62D36C7-B97F-4B57-8F5E-6E893C168FBF}" presName="parTx" presStyleLbl="revTx" presStyleIdx="0" presStyleCnt="4">
        <dgm:presLayoutVars>
          <dgm:chMax val="0"/>
          <dgm:chPref val="0"/>
        </dgm:presLayoutVars>
      </dgm:prSet>
      <dgm:spPr/>
    </dgm:pt>
    <dgm:pt modelId="{A7DA7228-43D4-4210-87EC-EDC98C3C4196}" type="pres">
      <dgm:prSet presAssocID="{42C3D094-8D5B-4664-A6E6-CC87CA9B418C}" presName="sibTrans" presStyleCnt="0"/>
      <dgm:spPr/>
    </dgm:pt>
    <dgm:pt modelId="{22347D6B-F0D7-4134-92B4-595FAC7BCE40}" type="pres">
      <dgm:prSet presAssocID="{C71DF184-E7E3-4BB3-8BF0-B461A6054363}" presName="compNode" presStyleCnt="0"/>
      <dgm:spPr/>
    </dgm:pt>
    <dgm:pt modelId="{E8FA7FBA-121E-41F2-9FD4-460A28C83D2A}" type="pres">
      <dgm:prSet presAssocID="{C71DF184-E7E3-4BB3-8BF0-B461A6054363}" presName="bgRect" presStyleLbl="bgShp" presStyleIdx="1" presStyleCnt="4"/>
      <dgm:spPr/>
    </dgm:pt>
    <dgm:pt modelId="{92F9BC51-A96E-4E4E-A265-8BA1ADA146AD}" type="pres">
      <dgm:prSet presAssocID="{C71DF184-E7E3-4BB3-8BF0-B461A60543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FB057CFE-9986-4A0E-B57A-E6F07A0925CE}" type="pres">
      <dgm:prSet presAssocID="{C71DF184-E7E3-4BB3-8BF0-B461A6054363}" presName="spaceRect" presStyleCnt="0"/>
      <dgm:spPr/>
    </dgm:pt>
    <dgm:pt modelId="{F0D67496-7860-4D8C-85BE-EB0B9C13BE40}" type="pres">
      <dgm:prSet presAssocID="{C71DF184-E7E3-4BB3-8BF0-B461A6054363}" presName="parTx" presStyleLbl="revTx" presStyleIdx="1" presStyleCnt="4">
        <dgm:presLayoutVars>
          <dgm:chMax val="0"/>
          <dgm:chPref val="0"/>
        </dgm:presLayoutVars>
      </dgm:prSet>
      <dgm:spPr/>
    </dgm:pt>
    <dgm:pt modelId="{D930EC43-2701-475E-848A-E6A118EC15D9}" type="pres">
      <dgm:prSet presAssocID="{A107BB35-E366-4513-B7C3-30185B666243}" presName="sibTrans" presStyleCnt="0"/>
      <dgm:spPr/>
    </dgm:pt>
    <dgm:pt modelId="{9F98F28B-1A16-46B3-AC40-E6408F0B92D9}" type="pres">
      <dgm:prSet presAssocID="{0410FE5B-5A5B-4F09-A52D-EB2EB936AD1C}" presName="compNode" presStyleCnt="0"/>
      <dgm:spPr/>
    </dgm:pt>
    <dgm:pt modelId="{3D4D4B15-6D49-4756-9E89-C2835D6F613D}" type="pres">
      <dgm:prSet presAssocID="{0410FE5B-5A5B-4F09-A52D-EB2EB936AD1C}" presName="bgRect" presStyleLbl="bgShp" presStyleIdx="2" presStyleCnt="4"/>
      <dgm:spPr/>
    </dgm:pt>
    <dgm:pt modelId="{FD336C9C-FD9C-40F2-BC96-817174790B63}" type="pres">
      <dgm:prSet presAssocID="{0410FE5B-5A5B-4F09-A52D-EB2EB936AD1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B2C48DED-4F10-4CB2-A5ED-0026D1189DF7}" type="pres">
      <dgm:prSet presAssocID="{0410FE5B-5A5B-4F09-A52D-EB2EB936AD1C}" presName="spaceRect" presStyleCnt="0"/>
      <dgm:spPr/>
    </dgm:pt>
    <dgm:pt modelId="{9B6263D7-E9E8-4EFF-86FF-2021EFB04AF2}" type="pres">
      <dgm:prSet presAssocID="{0410FE5B-5A5B-4F09-A52D-EB2EB936AD1C}" presName="parTx" presStyleLbl="revTx" presStyleIdx="2" presStyleCnt="4">
        <dgm:presLayoutVars>
          <dgm:chMax val="0"/>
          <dgm:chPref val="0"/>
        </dgm:presLayoutVars>
      </dgm:prSet>
      <dgm:spPr/>
    </dgm:pt>
    <dgm:pt modelId="{D3A9F72E-6678-4457-AA47-945678CEFC2E}" type="pres">
      <dgm:prSet presAssocID="{4D57EC3C-609C-4E68-840E-114CAF978B3C}" presName="sibTrans" presStyleCnt="0"/>
      <dgm:spPr/>
    </dgm:pt>
    <dgm:pt modelId="{4A4BD0B1-CA0E-4F73-BAB2-FDCB5CFD8A0E}" type="pres">
      <dgm:prSet presAssocID="{C9316CD1-A38C-4ADC-8C1E-A3AD3227832B}" presName="compNode" presStyleCnt="0"/>
      <dgm:spPr/>
    </dgm:pt>
    <dgm:pt modelId="{0173BEA6-647D-49FE-A3A9-82FDCEE4D567}" type="pres">
      <dgm:prSet presAssocID="{C9316CD1-A38C-4ADC-8C1E-A3AD3227832B}" presName="bgRect" presStyleLbl="bgShp" presStyleIdx="3" presStyleCnt="4"/>
      <dgm:spPr/>
    </dgm:pt>
    <dgm:pt modelId="{9B2FACE6-26A3-40CC-8F6F-3F2CCAA4A2AF}" type="pres">
      <dgm:prSet presAssocID="{C9316CD1-A38C-4ADC-8C1E-A3AD3227832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A15DE5C-762B-4511-80C8-EC533AFABBEA}" type="pres">
      <dgm:prSet presAssocID="{C9316CD1-A38C-4ADC-8C1E-A3AD3227832B}" presName="spaceRect" presStyleCnt="0"/>
      <dgm:spPr/>
    </dgm:pt>
    <dgm:pt modelId="{819D3C48-F0ED-4B6E-A64F-39CBF81D9CF4}" type="pres">
      <dgm:prSet presAssocID="{C9316CD1-A38C-4ADC-8C1E-A3AD3227832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DB3F600-8740-4E8E-8CC5-BCCF2A307AB3}" type="presOf" srcId="{D2F91C72-B872-4827-94EA-B692D696B015}" destId="{CE621887-F2A2-440D-811B-54286493FC11}" srcOrd="0" destOrd="0" presId="urn:microsoft.com/office/officeart/2018/2/layout/IconVerticalSolidList"/>
    <dgm:cxn modelId="{683BF645-1E5E-419B-BBC2-41E4AE17FA5D}" type="presOf" srcId="{E62D36C7-B97F-4B57-8F5E-6E893C168FBF}" destId="{E5BB683D-532A-4F18-9A19-31AFFE262D32}" srcOrd="0" destOrd="0" presId="urn:microsoft.com/office/officeart/2018/2/layout/IconVerticalSolidList"/>
    <dgm:cxn modelId="{4BF03F4A-E4D1-4D05-99CD-6294DE79B5B6}" type="presOf" srcId="{C71DF184-E7E3-4BB3-8BF0-B461A6054363}" destId="{F0D67496-7860-4D8C-85BE-EB0B9C13BE40}" srcOrd="0" destOrd="0" presId="urn:microsoft.com/office/officeart/2018/2/layout/IconVerticalSolidList"/>
    <dgm:cxn modelId="{3A33814E-7799-4A8B-A05C-C87F33828927}" srcId="{D2F91C72-B872-4827-94EA-B692D696B015}" destId="{0410FE5B-5A5B-4F09-A52D-EB2EB936AD1C}" srcOrd="2" destOrd="0" parTransId="{6B5AA320-6E84-42B2-8A49-262C298B3422}" sibTransId="{4D57EC3C-609C-4E68-840E-114CAF978B3C}"/>
    <dgm:cxn modelId="{719DC74E-7FF2-49CF-99EE-BC6CCDD80FA0}" type="presOf" srcId="{0410FE5B-5A5B-4F09-A52D-EB2EB936AD1C}" destId="{9B6263D7-E9E8-4EFF-86FF-2021EFB04AF2}" srcOrd="0" destOrd="0" presId="urn:microsoft.com/office/officeart/2018/2/layout/IconVerticalSolidList"/>
    <dgm:cxn modelId="{7C4A7FC1-2524-4454-99DE-2A5C60B8E438}" type="presOf" srcId="{C9316CD1-A38C-4ADC-8C1E-A3AD3227832B}" destId="{819D3C48-F0ED-4B6E-A64F-39CBF81D9CF4}" srcOrd="0" destOrd="0" presId="urn:microsoft.com/office/officeart/2018/2/layout/IconVerticalSolidList"/>
    <dgm:cxn modelId="{7CFF38D0-63F2-42A6-B90D-780C38CD7828}" srcId="{D2F91C72-B872-4827-94EA-B692D696B015}" destId="{C71DF184-E7E3-4BB3-8BF0-B461A6054363}" srcOrd="1" destOrd="0" parTransId="{A9DF054B-5A68-4355-974F-3F7DA081DF6B}" sibTransId="{A107BB35-E366-4513-B7C3-30185B666243}"/>
    <dgm:cxn modelId="{C297D2F2-6EB4-436A-8537-F2488C044A24}" srcId="{D2F91C72-B872-4827-94EA-B692D696B015}" destId="{C9316CD1-A38C-4ADC-8C1E-A3AD3227832B}" srcOrd="3" destOrd="0" parTransId="{6C1D040D-1A0F-473A-8634-CBF27D20F3BD}" sibTransId="{D824594C-591C-4D8B-9F74-01F4F498C423}"/>
    <dgm:cxn modelId="{61FE9CF7-8D31-4D48-932C-7F828A0F6E7E}" srcId="{D2F91C72-B872-4827-94EA-B692D696B015}" destId="{E62D36C7-B97F-4B57-8F5E-6E893C168FBF}" srcOrd="0" destOrd="0" parTransId="{D7B23FDE-0135-42E7-92B2-8122FA3B4961}" sibTransId="{42C3D094-8D5B-4664-A6E6-CC87CA9B418C}"/>
    <dgm:cxn modelId="{733B12C5-93C3-4777-8E19-FF3A796181EF}" type="presParOf" srcId="{CE621887-F2A2-440D-811B-54286493FC11}" destId="{C3351096-43C3-4503-9C5D-BD77147FB6DF}" srcOrd="0" destOrd="0" presId="urn:microsoft.com/office/officeart/2018/2/layout/IconVerticalSolidList"/>
    <dgm:cxn modelId="{30A2240A-6EDA-4A39-9921-E8A4790A48D6}" type="presParOf" srcId="{C3351096-43C3-4503-9C5D-BD77147FB6DF}" destId="{E00E00D1-C6E1-425E-A318-89B2EF5D3859}" srcOrd="0" destOrd="0" presId="urn:microsoft.com/office/officeart/2018/2/layout/IconVerticalSolidList"/>
    <dgm:cxn modelId="{6E88D82B-AB86-4496-9391-C43C9D9343FF}" type="presParOf" srcId="{C3351096-43C3-4503-9C5D-BD77147FB6DF}" destId="{16EBAC0D-C4AF-4740-A339-687F1F195EF0}" srcOrd="1" destOrd="0" presId="urn:microsoft.com/office/officeart/2018/2/layout/IconVerticalSolidList"/>
    <dgm:cxn modelId="{75F681A6-7B82-45CB-B6BC-60F5E89ED2A5}" type="presParOf" srcId="{C3351096-43C3-4503-9C5D-BD77147FB6DF}" destId="{739E89A7-6AC4-444F-A9DB-325842E1D931}" srcOrd="2" destOrd="0" presId="urn:microsoft.com/office/officeart/2018/2/layout/IconVerticalSolidList"/>
    <dgm:cxn modelId="{B8934D0E-4D45-4158-87A8-41FE2F636114}" type="presParOf" srcId="{C3351096-43C3-4503-9C5D-BD77147FB6DF}" destId="{E5BB683D-532A-4F18-9A19-31AFFE262D32}" srcOrd="3" destOrd="0" presId="urn:microsoft.com/office/officeart/2018/2/layout/IconVerticalSolidList"/>
    <dgm:cxn modelId="{E3762E26-48E1-4122-8B57-0C275F6603DC}" type="presParOf" srcId="{CE621887-F2A2-440D-811B-54286493FC11}" destId="{A7DA7228-43D4-4210-87EC-EDC98C3C4196}" srcOrd="1" destOrd="0" presId="urn:microsoft.com/office/officeart/2018/2/layout/IconVerticalSolidList"/>
    <dgm:cxn modelId="{8E558571-A34A-448B-B030-10A2DC244BE1}" type="presParOf" srcId="{CE621887-F2A2-440D-811B-54286493FC11}" destId="{22347D6B-F0D7-4134-92B4-595FAC7BCE40}" srcOrd="2" destOrd="0" presId="urn:microsoft.com/office/officeart/2018/2/layout/IconVerticalSolidList"/>
    <dgm:cxn modelId="{7A2BE60B-20F0-47F6-9128-145266B85EEA}" type="presParOf" srcId="{22347D6B-F0D7-4134-92B4-595FAC7BCE40}" destId="{E8FA7FBA-121E-41F2-9FD4-460A28C83D2A}" srcOrd="0" destOrd="0" presId="urn:microsoft.com/office/officeart/2018/2/layout/IconVerticalSolidList"/>
    <dgm:cxn modelId="{F333CA80-1E74-429F-9FA1-E4EF8FC93C83}" type="presParOf" srcId="{22347D6B-F0D7-4134-92B4-595FAC7BCE40}" destId="{92F9BC51-A96E-4E4E-A265-8BA1ADA146AD}" srcOrd="1" destOrd="0" presId="urn:microsoft.com/office/officeart/2018/2/layout/IconVerticalSolidList"/>
    <dgm:cxn modelId="{C33798BB-5F9A-4BD1-9F06-9BDF3FD641F4}" type="presParOf" srcId="{22347D6B-F0D7-4134-92B4-595FAC7BCE40}" destId="{FB057CFE-9986-4A0E-B57A-E6F07A0925CE}" srcOrd="2" destOrd="0" presId="urn:microsoft.com/office/officeart/2018/2/layout/IconVerticalSolidList"/>
    <dgm:cxn modelId="{DF8EA762-FE4E-457C-B982-A3D2E7D5AED6}" type="presParOf" srcId="{22347D6B-F0D7-4134-92B4-595FAC7BCE40}" destId="{F0D67496-7860-4D8C-85BE-EB0B9C13BE40}" srcOrd="3" destOrd="0" presId="urn:microsoft.com/office/officeart/2018/2/layout/IconVerticalSolidList"/>
    <dgm:cxn modelId="{2E30D89E-E684-469E-B815-47EDF10EDE81}" type="presParOf" srcId="{CE621887-F2A2-440D-811B-54286493FC11}" destId="{D930EC43-2701-475E-848A-E6A118EC15D9}" srcOrd="3" destOrd="0" presId="urn:microsoft.com/office/officeart/2018/2/layout/IconVerticalSolidList"/>
    <dgm:cxn modelId="{BE4E4A17-FCC8-4BE9-81B4-3115F4A41212}" type="presParOf" srcId="{CE621887-F2A2-440D-811B-54286493FC11}" destId="{9F98F28B-1A16-46B3-AC40-E6408F0B92D9}" srcOrd="4" destOrd="0" presId="urn:microsoft.com/office/officeart/2018/2/layout/IconVerticalSolidList"/>
    <dgm:cxn modelId="{84347B4B-794F-4D7C-8408-4819D024BFEA}" type="presParOf" srcId="{9F98F28B-1A16-46B3-AC40-E6408F0B92D9}" destId="{3D4D4B15-6D49-4756-9E89-C2835D6F613D}" srcOrd="0" destOrd="0" presId="urn:microsoft.com/office/officeart/2018/2/layout/IconVerticalSolidList"/>
    <dgm:cxn modelId="{78961677-C6A1-4389-8922-46907E39C580}" type="presParOf" srcId="{9F98F28B-1A16-46B3-AC40-E6408F0B92D9}" destId="{FD336C9C-FD9C-40F2-BC96-817174790B63}" srcOrd="1" destOrd="0" presId="urn:microsoft.com/office/officeart/2018/2/layout/IconVerticalSolidList"/>
    <dgm:cxn modelId="{DD3257A9-CEB6-4893-94B2-FCC43362C107}" type="presParOf" srcId="{9F98F28B-1A16-46B3-AC40-E6408F0B92D9}" destId="{B2C48DED-4F10-4CB2-A5ED-0026D1189DF7}" srcOrd="2" destOrd="0" presId="urn:microsoft.com/office/officeart/2018/2/layout/IconVerticalSolidList"/>
    <dgm:cxn modelId="{7DCB2961-FFC4-4F2E-BD2D-49511B9620C1}" type="presParOf" srcId="{9F98F28B-1A16-46B3-AC40-E6408F0B92D9}" destId="{9B6263D7-E9E8-4EFF-86FF-2021EFB04AF2}" srcOrd="3" destOrd="0" presId="urn:microsoft.com/office/officeart/2018/2/layout/IconVerticalSolidList"/>
    <dgm:cxn modelId="{C88785DF-3D8B-4D3A-8969-F3951763535D}" type="presParOf" srcId="{CE621887-F2A2-440D-811B-54286493FC11}" destId="{D3A9F72E-6678-4457-AA47-945678CEFC2E}" srcOrd="5" destOrd="0" presId="urn:microsoft.com/office/officeart/2018/2/layout/IconVerticalSolidList"/>
    <dgm:cxn modelId="{A4D313C0-1B34-4731-8987-10BFEADB64E1}" type="presParOf" srcId="{CE621887-F2A2-440D-811B-54286493FC11}" destId="{4A4BD0B1-CA0E-4F73-BAB2-FDCB5CFD8A0E}" srcOrd="6" destOrd="0" presId="urn:microsoft.com/office/officeart/2018/2/layout/IconVerticalSolidList"/>
    <dgm:cxn modelId="{4BC36E96-C6EF-498C-B088-E2AF7E0DF104}" type="presParOf" srcId="{4A4BD0B1-CA0E-4F73-BAB2-FDCB5CFD8A0E}" destId="{0173BEA6-647D-49FE-A3A9-82FDCEE4D567}" srcOrd="0" destOrd="0" presId="urn:microsoft.com/office/officeart/2018/2/layout/IconVerticalSolidList"/>
    <dgm:cxn modelId="{B7CD3F35-986B-4838-A31F-1A7720C366FD}" type="presParOf" srcId="{4A4BD0B1-CA0E-4F73-BAB2-FDCB5CFD8A0E}" destId="{9B2FACE6-26A3-40CC-8F6F-3F2CCAA4A2AF}" srcOrd="1" destOrd="0" presId="urn:microsoft.com/office/officeart/2018/2/layout/IconVerticalSolidList"/>
    <dgm:cxn modelId="{442BE443-B696-4502-AF2A-8CE70D82D923}" type="presParOf" srcId="{4A4BD0B1-CA0E-4F73-BAB2-FDCB5CFD8A0E}" destId="{EA15DE5C-762B-4511-80C8-EC533AFABBEA}" srcOrd="2" destOrd="0" presId="urn:microsoft.com/office/officeart/2018/2/layout/IconVerticalSolidList"/>
    <dgm:cxn modelId="{28F88D26-ADDF-40A5-AD03-9DBCC40822E0}" type="presParOf" srcId="{4A4BD0B1-CA0E-4F73-BAB2-FDCB5CFD8A0E}" destId="{819D3C48-F0ED-4B6E-A64F-39CBF81D9C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AC3295A-EC0F-44A4-8BB6-D925A3B67E4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03CBAFB-7816-48F7-A807-DC36AEABA401}">
      <dgm:prSet/>
      <dgm:spPr/>
      <dgm:t>
        <a:bodyPr/>
        <a:lstStyle/>
        <a:p>
          <a:r>
            <a:rPr lang="en-US" dirty="0"/>
            <a:t>UI Updates</a:t>
          </a:r>
        </a:p>
      </dgm:t>
    </dgm:pt>
    <dgm:pt modelId="{D435DFD7-1229-4D3F-9C91-51687AC261F6}" type="parTrans" cxnId="{AB758DB9-3E69-477D-91A5-414A9B7784E4}">
      <dgm:prSet/>
      <dgm:spPr/>
      <dgm:t>
        <a:bodyPr/>
        <a:lstStyle/>
        <a:p>
          <a:endParaRPr lang="en-US"/>
        </a:p>
      </dgm:t>
    </dgm:pt>
    <dgm:pt modelId="{CC8E0A28-9C1C-4950-8CBB-59F07D77260C}" type="sibTrans" cxnId="{AB758DB9-3E69-477D-91A5-414A9B7784E4}">
      <dgm:prSet/>
      <dgm:spPr/>
      <dgm:t>
        <a:bodyPr/>
        <a:lstStyle/>
        <a:p>
          <a:endParaRPr lang="en-US"/>
        </a:p>
      </dgm:t>
    </dgm:pt>
    <dgm:pt modelId="{0B418977-B815-4FCE-8063-1978B328D2AD}">
      <dgm:prSet/>
      <dgm:spPr/>
      <dgm:t>
        <a:bodyPr/>
        <a:lstStyle/>
        <a:p>
          <a:r>
            <a:rPr lang="en-US" dirty="0"/>
            <a:t>Generate Flash cards and questionnaires</a:t>
          </a:r>
        </a:p>
      </dgm:t>
    </dgm:pt>
    <dgm:pt modelId="{E6D48D61-4239-4112-A94A-5ED9E20DF27B}" type="parTrans" cxnId="{F10E60F6-18B6-4F17-8960-3E10B6299D21}">
      <dgm:prSet/>
      <dgm:spPr/>
      <dgm:t>
        <a:bodyPr/>
        <a:lstStyle/>
        <a:p>
          <a:endParaRPr lang="en-US"/>
        </a:p>
      </dgm:t>
    </dgm:pt>
    <dgm:pt modelId="{87093A62-BF49-40D1-8EC2-7B1DB77CEBEA}" type="sibTrans" cxnId="{F10E60F6-18B6-4F17-8960-3E10B6299D21}">
      <dgm:prSet/>
      <dgm:spPr/>
      <dgm:t>
        <a:bodyPr/>
        <a:lstStyle/>
        <a:p>
          <a:endParaRPr lang="en-US"/>
        </a:p>
      </dgm:t>
    </dgm:pt>
    <dgm:pt modelId="{211FDE4E-587B-46EF-BB14-A43ADF6C262A}">
      <dgm:prSet/>
      <dgm:spPr/>
      <dgm:t>
        <a:bodyPr/>
        <a:lstStyle/>
        <a:p>
          <a:r>
            <a:rPr lang="en-US" dirty="0"/>
            <a:t>Chat History</a:t>
          </a:r>
        </a:p>
      </dgm:t>
    </dgm:pt>
    <dgm:pt modelId="{5A3A5F81-CA87-4C85-9367-4EE1F8730649}" type="parTrans" cxnId="{C5D7C2F6-EDB1-4427-85EE-EEB5364C2F89}">
      <dgm:prSet/>
      <dgm:spPr/>
      <dgm:t>
        <a:bodyPr/>
        <a:lstStyle/>
        <a:p>
          <a:endParaRPr lang="en-US"/>
        </a:p>
      </dgm:t>
    </dgm:pt>
    <dgm:pt modelId="{BF2298D9-DA40-4700-99F3-E4426578C59D}" type="sibTrans" cxnId="{C5D7C2F6-EDB1-4427-85EE-EEB5364C2F89}">
      <dgm:prSet/>
      <dgm:spPr/>
      <dgm:t>
        <a:bodyPr/>
        <a:lstStyle/>
        <a:p>
          <a:endParaRPr lang="en-US"/>
        </a:p>
      </dgm:t>
    </dgm:pt>
    <dgm:pt modelId="{9F4F87F8-3FDA-48B3-9A8F-E15BEDFE57FC}">
      <dgm:prSet/>
      <dgm:spPr/>
      <dgm:t>
        <a:bodyPr/>
        <a:lstStyle/>
        <a:p>
          <a:r>
            <a:rPr lang="en-US"/>
            <a:t>Collect user data for progression analysis</a:t>
          </a:r>
        </a:p>
      </dgm:t>
    </dgm:pt>
    <dgm:pt modelId="{600E00B9-E641-4201-B4D4-1B051992952C}" type="parTrans" cxnId="{12BF5C63-AB7D-4BE8-A229-731199BE3558}">
      <dgm:prSet/>
      <dgm:spPr/>
      <dgm:t>
        <a:bodyPr/>
        <a:lstStyle/>
        <a:p>
          <a:endParaRPr lang="en-US"/>
        </a:p>
      </dgm:t>
    </dgm:pt>
    <dgm:pt modelId="{E7F5880F-9098-4514-B24D-CD3C116E7D4F}" type="sibTrans" cxnId="{12BF5C63-AB7D-4BE8-A229-731199BE3558}">
      <dgm:prSet/>
      <dgm:spPr/>
      <dgm:t>
        <a:bodyPr/>
        <a:lstStyle/>
        <a:p>
          <a:endParaRPr lang="en-US"/>
        </a:p>
      </dgm:t>
    </dgm:pt>
    <dgm:pt modelId="{16234D7F-9292-4FAC-81C5-F7E8C447864D}" type="pres">
      <dgm:prSet presAssocID="{EAC3295A-EC0F-44A4-8BB6-D925A3B67E48}" presName="root" presStyleCnt="0">
        <dgm:presLayoutVars>
          <dgm:dir/>
          <dgm:resizeHandles val="exact"/>
        </dgm:presLayoutVars>
      </dgm:prSet>
      <dgm:spPr/>
    </dgm:pt>
    <dgm:pt modelId="{AD31BF03-40B9-4CCF-B893-367DAA2787C8}" type="pres">
      <dgm:prSet presAssocID="{F03CBAFB-7816-48F7-A807-DC36AEABA401}" presName="compNode" presStyleCnt="0"/>
      <dgm:spPr/>
    </dgm:pt>
    <dgm:pt modelId="{81DC1E3C-601A-4533-A5AF-081BAE908AED}" type="pres">
      <dgm:prSet presAssocID="{F03CBAFB-7816-48F7-A807-DC36AEABA401}" presName="bgRect" presStyleLbl="bgShp" presStyleIdx="0" presStyleCnt="4"/>
      <dgm:spPr/>
    </dgm:pt>
    <dgm:pt modelId="{DDF950D0-23B0-48E1-9FBF-48B9C1F8B494}" type="pres">
      <dgm:prSet presAssocID="{F03CBAFB-7816-48F7-A807-DC36AEABA40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3EFB7EBD-7F94-4204-A5FB-D198C21830CC}" type="pres">
      <dgm:prSet presAssocID="{F03CBAFB-7816-48F7-A807-DC36AEABA401}" presName="spaceRect" presStyleCnt="0"/>
      <dgm:spPr/>
    </dgm:pt>
    <dgm:pt modelId="{47B51739-5E32-45C3-B38C-04C671F42203}" type="pres">
      <dgm:prSet presAssocID="{F03CBAFB-7816-48F7-A807-DC36AEABA401}" presName="parTx" presStyleLbl="revTx" presStyleIdx="0" presStyleCnt="4">
        <dgm:presLayoutVars>
          <dgm:chMax val="0"/>
          <dgm:chPref val="0"/>
        </dgm:presLayoutVars>
      </dgm:prSet>
      <dgm:spPr/>
    </dgm:pt>
    <dgm:pt modelId="{A7E881E5-C0D6-4DD9-9FC0-090068A10BE1}" type="pres">
      <dgm:prSet presAssocID="{CC8E0A28-9C1C-4950-8CBB-59F07D77260C}" presName="sibTrans" presStyleCnt="0"/>
      <dgm:spPr/>
    </dgm:pt>
    <dgm:pt modelId="{9E341B54-35D1-4EC0-9D0B-0DAA80496B0B}" type="pres">
      <dgm:prSet presAssocID="{0B418977-B815-4FCE-8063-1978B328D2AD}" presName="compNode" presStyleCnt="0"/>
      <dgm:spPr/>
    </dgm:pt>
    <dgm:pt modelId="{C9898D71-3B77-4892-9BBD-820842E8148C}" type="pres">
      <dgm:prSet presAssocID="{0B418977-B815-4FCE-8063-1978B328D2AD}" presName="bgRect" presStyleLbl="bgShp" presStyleIdx="1" presStyleCnt="4"/>
      <dgm:spPr/>
    </dgm:pt>
    <dgm:pt modelId="{6F53975E-81C4-48BA-BAA6-6BE54CE7334F}" type="pres">
      <dgm:prSet presAssocID="{0B418977-B815-4FCE-8063-1978B328D2A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44B83668-FC4F-4CC4-A7A1-8E08E7F394EE}" type="pres">
      <dgm:prSet presAssocID="{0B418977-B815-4FCE-8063-1978B328D2AD}" presName="spaceRect" presStyleCnt="0"/>
      <dgm:spPr/>
    </dgm:pt>
    <dgm:pt modelId="{95B891F4-C936-4954-8880-1485747A6382}" type="pres">
      <dgm:prSet presAssocID="{0B418977-B815-4FCE-8063-1978B328D2AD}" presName="parTx" presStyleLbl="revTx" presStyleIdx="1" presStyleCnt="4">
        <dgm:presLayoutVars>
          <dgm:chMax val="0"/>
          <dgm:chPref val="0"/>
        </dgm:presLayoutVars>
      </dgm:prSet>
      <dgm:spPr/>
    </dgm:pt>
    <dgm:pt modelId="{B9198A69-08AF-4DD6-BC61-55B728976A1B}" type="pres">
      <dgm:prSet presAssocID="{87093A62-BF49-40D1-8EC2-7B1DB77CEBEA}" presName="sibTrans" presStyleCnt="0"/>
      <dgm:spPr/>
    </dgm:pt>
    <dgm:pt modelId="{9D46FB30-FA41-4080-846A-37CB61D6A27C}" type="pres">
      <dgm:prSet presAssocID="{211FDE4E-587B-46EF-BB14-A43ADF6C262A}" presName="compNode" presStyleCnt="0"/>
      <dgm:spPr/>
    </dgm:pt>
    <dgm:pt modelId="{64224EE8-3A7A-41A5-9EB8-02A1CE8364EF}" type="pres">
      <dgm:prSet presAssocID="{211FDE4E-587B-46EF-BB14-A43ADF6C262A}" presName="bgRect" presStyleLbl="bgShp" presStyleIdx="2" presStyleCnt="4"/>
      <dgm:spPr/>
    </dgm:pt>
    <dgm:pt modelId="{B5AC6614-F253-48C6-82A9-94A93ED1F9F7}" type="pres">
      <dgm:prSet presAssocID="{211FDE4E-587B-46EF-BB14-A43ADF6C26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4FEE334-8213-4B0B-834C-CE29A5A3FE06}" type="pres">
      <dgm:prSet presAssocID="{211FDE4E-587B-46EF-BB14-A43ADF6C262A}" presName="spaceRect" presStyleCnt="0"/>
      <dgm:spPr/>
    </dgm:pt>
    <dgm:pt modelId="{ABF6D2D9-F14B-4ED6-8E28-AE5008CD4859}" type="pres">
      <dgm:prSet presAssocID="{211FDE4E-587B-46EF-BB14-A43ADF6C262A}" presName="parTx" presStyleLbl="revTx" presStyleIdx="2" presStyleCnt="4">
        <dgm:presLayoutVars>
          <dgm:chMax val="0"/>
          <dgm:chPref val="0"/>
        </dgm:presLayoutVars>
      </dgm:prSet>
      <dgm:spPr/>
    </dgm:pt>
    <dgm:pt modelId="{9CCD203B-C546-4C5F-8560-B5BBB75D00A6}" type="pres">
      <dgm:prSet presAssocID="{BF2298D9-DA40-4700-99F3-E4426578C59D}" presName="sibTrans" presStyleCnt="0"/>
      <dgm:spPr/>
    </dgm:pt>
    <dgm:pt modelId="{68D06B19-A645-4B0D-ACB5-3D80D2D1A823}" type="pres">
      <dgm:prSet presAssocID="{9F4F87F8-3FDA-48B3-9A8F-E15BEDFE57FC}" presName="compNode" presStyleCnt="0"/>
      <dgm:spPr/>
    </dgm:pt>
    <dgm:pt modelId="{51DC0916-B57A-4315-A17E-7F0AECF0F3C8}" type="pres">
      <dgm:prSet presAssocID="{9F4F87F8-3FDA-48B3-9A8F-E15BEDFE57FC}" presName="bgRect" presStyleLbl="bgShp" presStyleIdx="3" presStyleCnt="4"/>
      <dgm:spPr/>
    </dgm:pt>
    <dgm:pt modelId="{51613C31-0CA7-4EC1-BA98-FD2E429C128A}" type="pres">
      <dgm:prSet presAssocID="{9F4F87F8-3FDA-48B3-9A8F-E15BEDFE57F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0E6EFA84-3496-4A84-9014-31D62253CE2C}" type="pres">
      <dgm:prSet presAssocID="{9F4F87F8-3FDA-48B3-9A8F-E15BEDFE57FC}" presName="spaceRect" presStyleCnt="0"/>
      <dgm:spPr/>
    </dgm:pt>
    <dgm:pt modelId="{EDE7EED4-BFC6-4677-BEB4-A00E83B84301}" type="pres">
      <dgm:prSet presAssocID="{9F4F87F8-3FDA-48B3-9A8F-E15BEDFE57F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C029704-E355-4370-8C36-70F54B18AE0C}" type="presOf" srcId="{211FDE4E-587B-46EF-BB14-A43ADF6C262A}" destId="{ABF6D2D9-F14B-4ED6-8E28-AE5008CD4859}" srcOrd="0" destOrd="0" presId="urn:microsoft.com/office/officeart/2018/2/layout/IconVerticalSolidList"/>
    <dgm:cxn modelId="{F53B3627-7C67-43E9-BA6F-7C5032FF09C5}" type="presOf" srcId="{EAC3295A-EC0F-44A4-8BB6-D925A3B67E48}" destId="{16234D7F-9292-4FAC-81C5-F7E8C447864D}" srcOrd="0" destOrd="0" presId="urn:microsoft.com/office/officeart/2018/2/layout/IconVerticalSolidList"/>
    <dgm:cxn modelId="{E812963D-9E77-4560-98BB-48052FB5B833}" type="presOf" srcId="{9F4F87F8-3FDA-48B3-9A8F-E15BEDFE57FC}" destId="{EDE7EED4-BFC6-4677-BEB4-A00E83B84301}" srcOrd="0" destOrd="0" presId="urn:microsoft.com/office/officeart/2018/2/layout/IconVerticalSolidList"/>
    <dgm:cxn modelId="{BC17953F-4FA4-4510-A8CE-55D28AF4FA4C}" type="presOf" srcId="{0B418977-B815-4FCE-8063-1978B328D2AD}" destId="{95B891F4-C936-4954-8880-1485747A6382}" srcOrd="0" destOrd="0" presId="urn:microsoft.com/office/officeart/2018/2/layout/IconVerticalSolidList"/>
    <dgm:cxn modelId="{12BF5C63-AB7D-4BE8-A229-731199BE3558}" srcId="{EAC3295A-EC0F-44A4-8BB6-D925A3B67E48}" destId="{9F4F87F8-3FDA-48B3-9A8F-E15BEDFE57FC}" srcOrd="3" destOrd="0" parTransId="{600E00B9-E641-4201-B4D4-1B051992952C}" sibTransId="{E7F5880F-9098-4514-B24D-CD3C116E7D4F}"/>
    <dgm:cxn modelId="{AB758DB9-3E69-477D-91A5-414A9B7784E4}" srcId="{EAC3295A-EC0F-44A4-8BB6-D925A3B67E48}" destId="{F03CBAFB-7816-48F7-A807-DC36AEABA401}" srcOrd="0" destOrd="0" parTransId="{D435DFD7-1229-4D3F-9C91-51687AC261F6}" sibTransId="{CC8E0A28-9C1C-4950-8CBB-59F07D77260C}"/>
    <dgm:cxn modelId="{F10E60F6-18B6-4F17-8960-3E10B6299D21}" srcId="{EAC3295A-EC0F-44A4-8BB6-D925A3B67E48}" destId="{0B418977-B815-4FCE-8063-1978B328D2AD}" srcOrd="1" destOrd="0" parTransId="{E6D48D61-4239-4112-A94A-5ED9E20DF27B}" sibTransId="{87093A62-BF49-40D1-8EC2-7B1DB77CEBEA}"/>
    <dgm:cxn modelId="{C5D7C2F6-EDB1-4427-85EE-EEB5364C2F89}" srcId="{EAC3295A-EC0F-44A4-8BB6-D925A3B67E48}" destId="{211FDE4E-587B-46EF-BB14-A43ADF6C262A}" srcOrd="2" destOrd="0" parTransId="{5A3A5F81-CA87-4C85-9367-4EE1F8730649}" sibTransId="{BF2298D9-DA40-4700-99F3-E4426578C59D}"/>
    <dgm:cxn modelId="{771242FD-3DCC-46C7-B5F1-2A0F035240B3}" type="presOf" srcId="{F03CBAFB-7816-48F7-A807-DC36AEABA401}" destId="{47B51739-5E32-45C3-B38C-04C671F42203}" srcOrd="0" destOrd="0" presId="urn:microsoft.com/office/officeart/2018/2/layout/IconVerticalSolidList"/>
    <dgm:cxn modelId="{1109980A-24BB-4F96-B320-A2BD7C30864D}" type="presParOf" srcId="{16234D7F-9292-4FAC-81C5-F7E8C447864D}" destId="{AD31BF03-40B9-4CCF-B893-367DAA2787C8}" srcOrd="0" destOrd="0" presId="urn:microsoft.com/office/officeart/2018/2/layout/IconVerticalSolidList"/>
    <dgm:cxn modelId="{A48E0FF4-CC7A-4393-AC02-AE31F4CEB90C}" type="presParOf" srcId="{AD31BF03-40B9-4CCF-B893-367DAA2787C8}" destId="{81DC1E3C-601A-4533-A5AF-081BAE908AED}" srcOrd="0" destOrd="0" presId="urn:microsoft.com/office/officeart/2018/2/layout/IconVerticalSolidList"/>
    <dgm:cxn modelId="{A6010A65-86D9-4444-A403-D56944C5F22B}" type="presParOf" srcId="{AD31BF03-40B9-4CCF-B893-367DAA2787C8}" destId="{DDF950D0-23B0-48E1-9FBF-48B9C1F8B494}" srcOrd="1" destOrd="0" presId="urn:microsoft.com/office/officeart/2018/2/layout/IconVerticalSolidList"/>
    <dgm:cxn modelId="{D59C4AEB-E646-40D3-A88E-BFBB24B2DF5B}" type="presParOf" srcId="{AD31BF03-40B9-4CCF-B893-367DAA2787C8}" destId="{3EFB7EBD-7F94-4204-A5FB-D198C21830CC}" srcOrd="2" destOrd="0" presId="urn:microsoft.com/office/officeart/2018/2/layout/IconVerticalSolidList"/>
    <dgm:cxn modelId="{82D860B4-F2F5-42FB-A781-584A6A608D2B}" type="presParOf" srcId="{AD31BF03-40B9-4CCF-B893-367DAA2787C8}" destId="{47B51739-5E32-45C3-B38C-04C671F42203}" srcOrd="3" destOrd="0" presId="urn:microsoft.com/office/officeart/2018/2/layout/IconVerticalSolidList"/>
    <dgm:cxn modelId="{338EF550-B30C-4CB1-805A-371F8335B4E6}" type="presParOf" srcId="{16234D7F-9292-4FAC-81C5-F7E8C447864D}" destId="{A7E881E5-C0D6-4DD9-9FC0-090068A10BE1}" srcOrd="1" destOrd="0" presId="urn:microsoft.com/office/officeart/2018/2/layout/IconVerticalSolidList"/>
    <dgm:cxn modelId="{07E916A8-1E68-4874-BD1F-F413BE2B2A7E}" type="presParOf" srcId="{16234D7F-9292-4FAC-81C5-F7E8C447864D}" destId="{9E341B54-35D1-4EC0-9D0B-0DAA80496B0B}" srcOrd="2" destOrd="0" presId="urn:microsoft.com/office/officeart/2018/2/layout/IconVerticalSolidList"/>
    <dgm:cxn modelId="{B3F8CA5B-DE66-4B1A-ACAD-E41044E533B6}" type="presParOf" srcId="{9E341B54-35D1-4EC0-9D0B-0DAA80496B0B}" destId="{C9898D71-3B77-4892-9BBD-820842E8148C}" srcOrd="0" destOrd="0" presId="urn:microsoft.com/office/officeart/2018/2/layout/IconVerticalSolidList"/>
    <dgm:cxn modelId="{2E8B0C59-3B17-40DC-9D83-4C36AEB63AC8}" type="presParOf" srcId="{9E341B54-35D1-4EC0-9D0B-0DAA80496B0B}" destId="{6F53975E-81C4-48BA-BAA6-6BE54CE7334F}" srcOrd="1" destOrd="0" presId="urn:microsoft.com/office/officeart/2018/2/layout/IconVerticalSolidList"/>
    <dgm:cxn modelId="{8EB30449-11DA-4B11-8EF8-54999F878E34}" type="presParOf" srcId="{9E341B54-35D1-4EC0-9D0B-0DAA80496B0B}" destId="{44B83668-FC4F-4CC4-A7A1-8E08E7F394EE}" srcOrd="2" destOrd="0" presId="urn:microsoft.com/office/officeart/2018/2/layout/IconVerticalSolidList"/>
    <dgm:cxn modelId="{56A4C9D3-8714-4A95-8F4F-4453B435263A}" type="presParOf" srcId="{9E341B54-35D1-4EC0-9D0B-0DAA80496B0B}" destId="{95B891F4-C936-4954-8880-1485747A6382}" srcOrd="3" destOrd="0" presId="urn:microsoft.com/office/officeart/2018/2/layout/IconVerticalSolidList"/>
    <dgm:cxn modelId="{3E64BB94-6702-41C8-ACBE-50B99F496AF8}" type="presParOf" srcId="{16234D7F-9292-4FAC-81C5-F7E8C447864D}" destId="{B9198A69-08AF-4DD6-BC61-55B728976A1B}" srcOrd="3" destOrd="0" presId="urn:microsoft.com/office/officeart/2018/2/layout/IconVerticalSolidList"/>
    <dgm:cxn modelId="{C5EA3413-4A44-4E5B-A006-6A6788DB5A80}" type="presParOf" srcId="{16234D7F-9292-4FAC-81C5-F7E8C447864D}" destId="{9D46FB30-FA41-4080-846A-37CB61D6A27C}" srcOrd="4" destOrd="0" presId="urn:microsoft.com/office/officeart/2018/2/layout/IconVerticalSolidList"/>
    <dgm:cxn modelId="{CFFE6958-7A61-4F42-8B0D-6534A417F65E}" type="presParOf" srcId="{9D46FB30-FA41-4080-846A-37CB61D6A27C}" destId="{64224EE8-3A7A-41A5-9EB8-02A1CE8364EF}" srcOrd="0" destOrd="0" presId="urn:microsoft.com/office/officeart/2018/2/layout/IconVerticalSolidList"/>
    <dgm:cxn modelId="{6DED8F69-DE17-4724-8287-7800316AB529}" type="presParOf" srcId="{9D46FB30-FA41-4080-846A-37CB61D6A27C}" destId="{B5AC6614-F253-48C6-82A9-94A93ED1F9F7}" srcOrd="1" destOrd="0" presId="urn:microsoft.com/office/officeart/2018/2/layout/IconVerticalSolidList"/>
    <dgm:cxn modelId="{324DCEFC-F394-4517-98F5-6102605B3A94}" type="presParOf" srcId="{9D46FB30-FA41-4080-846A-37CB61D6A27C}" destId="{24FEE334-8213-4B0B-834C-CE29A5A3FE06}" srcOrd="2" destOrd="0" presId="urn:microsoft.com/office/officeart/2018/2/layout/IconVerticalSolidList"/>
    <dgm:cxn modelId="{055DB8C6-DBA7-4DDD-9618-CC9A0E46E764}" type="presParOf" srcId="{9D46FB30-FA41-4080-846A-37CB61D6A27C}" destId="{ABF6D2D9-F14B-4ED6-8E28-AE5008CD4859}" srcOrd="3" destOrd="0" presId="urn:microsoft.com/office/officeart/2018/2/layout/IconVerticalSolidList"/>
    <dgm:cxn modelId="{03B28E4F-B277-41C3-A090-C26BE1A5A66F}" type="presParOf" srcId="{16234D7F-9292-4FAC-81C5-F7E8C447864D}" destId="{9CCD203B-C546-4C5F-8560-B5BBB75D00A6}" srcOrd="5" destOrd="0" presId="urn:microsoft.com/office/officeart/2018/2/layout/IconVerticalSolidList"/>
    <dgm:cxn modelId="{F9A596CA-98B5-4AAC-82DC-58D916A75858}" type="presParOf" srcId="{16234D7F-9292-4FAC-81C5-F7E8C447864D}" destId="{68D06B19-A645-4B0D-ACB5-3D80D2D1A823}" srcOrd="6" destOrd="0" presId="urn:microsoft.com/office/officeart/2018/2/layout/IconVerticalSolidList"/>
    <dgm:cxn modelId="{7579B66D-B722-4F36-BD53-6FBC487DFB76}" type="presParOf" srcId="{68D06B19-A645-4B0D-ACB5-3D80D2D1A823}" destId="{51DC0916-B57A-4315-A17E-7F0AECF0F3C8}" srcOrd="0" destOrd="0" presId="urn:microsoft.com/office/officeart/2018/2/layout/IconVerticalSolidList"/>
    <dgm:cxn modelId="{FEB5F072-1B39-4F27-8BE7-CE27546D040B}" type="presParOf" srcId="{68D06B19-A645-4B0D-ACB5-3D80D2D1A823}" destId="{51613C31-0CA7-4EC1-BA98-FD2E429C128A}" srcOrd="1" destOrd="0" presId="urn:microsoft.com/office/officeart/2018/2/layout/IconVerticalSolidList"/>
    <dgm:cxn modelId="{EB9E68A3-46AF-4E21-87A9-FF3A94EF9BBE}" type="presParOf" srcId="{68D06B19-A645-4B0D-ACB5-3D80D2D1A823}" destId="{0E6EFA84-3496-4A84-9014-31D62253CE2C}" srcOrd="2" destOrd="0" presId="urn:microsoft.com/office/officeart/2018/2/layout/IconVerticalSolidList"/>
    <dgm:cxn modelId="{49A54BE6-7AE7-4D57-BF52-C6967E2EC1DF}" type="presParOf" srcId="{68D06B19-A645-4B0D-ACB5-3D80D2D1A823}" destId="{EDE7EED4-BFC6-4677-BEB4-A00E83B843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E00D1-C6E1-425E-A318-89B2EF5D3859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EBAC0D-C4AF-4740-A339-687F1F195EF0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B683D-532A-4F18-9A19-31AFFE262D32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Login, Registration and User Profile</a:t>
          </a:r>
        </a:p>
      </dsp:txBody>
      <dsp:txXfrm>
        <a:off x="1357965" y="2319"/>
        <a:ext cx="4887299" cy="1175727"/>
      </dsp:txXfrm>
    </dsp:sp>
    <dsp:sp modelId="{E8FA7FBA-121E-41F2-9FD4-460A28C83D2A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F9BC51-A96E-4E4E-A265-8BA1ADA146AD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D67496-7860-4D8C-85BE-EB0B9C13BE40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Create study space and upload notes</a:t>
          </a:r>
        </a:p>
      </dsp:txBody>
      <dsp:txXfrm>
        <a:off x="1357965" y="1471979"/>
        <a:ext cx="4887299" cy="1175727"/>
      </dsp:txXfrm>
    </dsp:sp>
    <dsp:sp modelId="{3D4D4B15-6D49-4756-9E89-C2835D6F613D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336C9C-FD9C-40F2-BC96-817174790B63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6263D7-E9E8-4EFF-86FF-2021EFB04AF2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AI Tutor assistant in chat when live inside a study space</a:t>
          </a:r>
        </a:p>
      </dsp:txBody>
      <dsp:txXfrm>
        <a:off x="1357965" y="2941639"/>
        <a:ext cx="4887299" cy="1175727"/>
      </dsp:txXfrm>
    </dsp:sp>
    <dsp:sp modelId="{0173BEA6-647D-49FE-A3A9-82FDCEE4D567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2FACE6-26A3-40CC-8F6F-3F2CCAA4A2AF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9D3C48-F0ED-4B6E-A64F-39CBF81D9CF4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Pomodoro Timer</a:t>
          </a:r>
        </a:p>
      </dsp:txBody>
      <dsp:txXfrm>
        <a:off x="1357965" y="4411299"/>
        <a:ext cx="4887299" cy="1175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DC1E3C-601A-4533-A5AF-081BAE908AED}">
      <dsp:nvSpPr>
        <dsp:cNvPr id="0" name=""/>
        <dsp:cNvSpPr/>
      </dsp:nvSpPr>
      <dsp:spPr>
        <a:xfrm>
          <a:off x="0" y="231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F950D0-23B0-48E1-9FBF-48B9C1F8B494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51739-5E32-45C3-B38C-04C671F42203}">
      <dsp:nvSpPr>
        <dsp:cNvPr id="0" name=""/>
        <dsp:cNvSpPr/>
      </dsp:nvSpPr>
      <dsp:spPr>
        <a:xfrm>
          <a:off x="1357965" y="231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UI Updates</a:t>
          </a:r>
        </a:p>
      </dsp:txBody>
      <dsp:txXfrm>
        <a:off x="1357965" y="2319"/>
        <a:ext cx="4887299" cy="1175727"/>
      </dsp:txXfrm>
    </dsp:sp>
    <dsp:sp modelId="{C9898D71-3B77-4892-9BBD-820842E8148C}">
      <dsp:nvSpPr>
        <dsp:cNvPr id="0" name=""/>
        <dsp:cNvSpPr/>
      </dsp:nvSpPr>
      <dsp:spPr>
        <a:xfrm>
          <a:off x="0" y="147197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53975E-81C4-48BA-BAA6-6BE54CE7334F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891F4-C936-4954-8880-1485747A6382}">
      <dsp:nvSpPr>
        <dsp:cNvPr id="0" name=""/>
        <dsp:cNvSpPr/>
      </dsp:nvSpPr>
      <dsp:spPr>
        <a:xfrm>
          <a:off x="1357965" y="147197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Generate Flash cards and questionnaires</a:t>
          </a:r>
        </a:p>
      </dsp:txBody>
      <dsp:txXfrm>
        <a:off x="1357965" y="1471979"/>
        <a:ext cx="4887299" cy="1175727"/>
      </dsp:txXfrm>
    </dsp:sp>
    <dsp:sp modelId="{64224EE8-3A7A-41A5-9EB8-02A1CE8364EF}">
      <dsp:nvSpPr>
        <dsp:cNvPr id="0" name=""/>
        <dsp:cNvSpPr/>
      </dsp:nvSpPr>
      <dsp:spPr>
        <a:xfrm>
          <a:off x="0" y="294163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AC6614-F253-48C6-82A9-94A93ED1F9F7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F6D2D9-F14B-4ED6-8E28-AE5008CD4859}">
      <dsp:nvSpPr>
        <dsp:cNvPr id="0" name=""/>
        <dsp:cNvSpPr/>
      </dsp:nvSpPr>
      <dsp:spPr>
        <a:xfrm>
          <a:off x="1357965" y="294163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Chat History</a:t>
          </a:r>
        </a:p>
      </dsp:txBody>
      <dsp:txXfrm>
        <a:off x="1357965" y="2941639"/>
        <a:ext cx="4887299" cy="1175727"/>
      </dsp:txXfrm>
    </dsp:sp>
    <dsp:sp modelId="{51DC0916-B57A-4315-A17E-7F0AECF0F3C8}">
      <dsp:nvSpPr>
        <dsp:cNvPr id="0" name=""/>
        <dsp:cNvSpPr/>
      </dsp:nvSpPr>
      <dsp:spPr>
        <a:xfrm>
          <a:off x="0" y="4411299"/>
          <a:ext cx="6245265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13C31-0CA7-4EC1-BA98-FD2E429C128A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E7EED4-BFC6-4677-BEB4-A00E83B84301}">
      <dsp:nvSpPr>
        <dsp:cNvPr id="0" name=""/>
        <dsp:cNvSpPr/>
      </dsp:nvSpPr>
      <dsp:spPr>
        <a:xfrm>
          <a:off x="1357965" y="4411299"/>
          <a:ext cx="4887299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Collect user data for progression analysis</a:t>
          </a:r>
        </a:p>
      </dsp:txBody>
      <dsp:txXfrm>
        <a:off x="1357965" y="4411299"/>
        <a:ext cx="4887299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13922-0181-300A-F0A8-E8514ACF8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DD42B-6D15-C173-664D-C518AEEE1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65494-4423-9B87-89B6-CA39DDEF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DA8E9-7046-71A7-B272-82A708BC9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248E5-7E56-0532-486B-0DD956B6B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78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9803-86F5-91F6-06B9-F7DAC1B2B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CC2CD-27A4-2336-BABB-4022D64BF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636EA-655E-BBFC-1596-23F5EA78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350F6-7170-22E3-A1C8-81DE9B984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26D2B-2E23-E0EC-800F-5BEA85E9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34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B91F6-8C2B-2AAB-6BB4-E04A0F15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8E28B-2826-EC39-FAB0-C754B6417C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E0A9A-8EA5-738E-B56F-B7812A78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442EC-B57F-F99C-1511-E0D082DCA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7CCCC-C5D9-108A-D6D9-92A18C8A6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302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7F3F1-FD5C-55E4-9976-E245EBE4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4B3BE-BE7C-91FA-B84C-E2F9C84F7C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E34990-7F28-7AF1-9A96-0DB652F5D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4C885-80B1-0B50-4C29-2D1869687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82F155-0821-ECCC-7B88-A3556AF44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A7CA6-8C68-123F-82DF-D9487C85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5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1286E-5953-25D1-0990-78B3526EC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FD3D9-72CE-56E3-3FAB-262BED42D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339EE-4D91-93EF-5BBA-09F902E83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2A006D-4389-C580-D13D-EE80BA907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D54081-A14F-6BDA-5A1B-4A02CB5B1E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A7FB17-879A-E491-C94D-4124D0ECE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9029F-D75B-5B6A-2D10-A2D5005CC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32B9F-9D2E-302E-640D-4BFDA963D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17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5B41-0E03-42DD-FF39-5AB19853E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EEA9BA-6722-E0B8-F16E-F3F54780D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05CC4-E9CF-ED19-9581-87F02A173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182E8C-BF21-ED77-2F52-5B5239872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30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3ABAAF-B2DB-9E3C-973D-3E66F719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62A251-B3B3-0C93-FD64-682A3D796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D175D-0CE1-A927-0D15-DC5E3C8A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122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60C7-3F6F-4F31-4D3B-63D7EBF14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637C3-0A91-4119-82B0-B9F21B04B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504EB-19A1-2D6F-A32D-8C2990E3D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CBC1-0F15-8889-F4A3-1CCF5D569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CC31A-A0D9-AD5B-9BF9-1F7E8AF52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319C0-B593-D33E-9145-0BB304D4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85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B22A-F7B9-8230-AAE0-7EDDC2E0C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A055F9-1A28-373C-853E-CC9F0480B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435890-8DDE-5610-76CB-D7927229D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AAB4B3-5335-FC3C-2FFA-E9AE261D3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5EA985-D79C-9AA2-1DA5-2343CCF1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E20B1B-FDBE-B52F-C0BE-2BAB49C97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1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7CB70-CE20-22B0-A3C5-AD8889969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6F0DB-A0AC-6D90-6F9D-A4CBF66A8C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5FEAB0-68E4-F12F-B49D-95E04DBBE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A6CB4-8C14-2B77-83E9-FEDCC517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ECF53-C146-22E5-3E70-E944827F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33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95D602-C604-FB95-F654-5F2BF14248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46FED-B970-B8AD-DD38-3DFDEE2F1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31325-C208-9E0C-A5AE-20355BC0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CE1DC-0FA6-001E-7A71-1DD7145F5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06657-CAB1-E663-2E33-A788DD66F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57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14AC4-DC3A-848B-C604-C7F26013F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C95D1-9BE2-96CD-FD12-820E9DAFD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72AC4-8233-B682-9833-5AA9EAA90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741199-927E-4777-B1E3-F81A6DBAF217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12D0E-398A-4693-474F-44D67CA019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AAF5C-8C04-DCE9-D8CE-F4CF5245D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50A83D-3B79-49A9-8C49-7E3732F3C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54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15E80E-A74E-B32A-18D3-9D0B3E915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STUDY BUDDY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24A8A-CA81-1496-4575-E3EFB128B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101" y="4078423"/>
            <a:ext cx="4978399" cy="2058657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By Group 03</a:t>
            </a:r>
          </a:p>
          <a:p>
            <a:pPr algn="l"/>
            <a:r>
              <a:rPr lang="en-US" sz="2000" i="1"/>
              <a:t>Anika Siddiqui Mayesha</a:t>
            </a:r>
          </a:p>
          <a:p>
            <a:pPr algn="l"/>
            <a:r>
              <a:rPr lang="en-US" sz="2000" i="1"/>
              <a:t>Rumaysa Qayyum Babulkhair</a:t>
            </a:r>
          </a:p>
          <a:p>
            <a:pPr algn="l"/>
            <a:r>
              <a:rPr lang="en-US" sz="2000" i="1"/>
              <a:t>Lorenzo Palleschi</a:t>
            </a:r>
          </a:p>
          <a:p>
            <a:pPr algn="l"/>
            <a:r>
              <a:rPr lang="en-US" sz="2000" i="1"/>
              <a:t>Yurii Sykal</a:t>
            </a:r>
          </a:p>
        </p:txBody>
      </p:sp>
      <p:pic>
        <p:nvPicPr>
          <p:cNvPr id="7" name="Graphic 6" descr="Books">
            <a:extLst>
              <a:ext uri="{FF2B5EF4-FFF2-40B4-BE49-F238E27FC236}">
                <a16:creationId xmlns:a16="http://schemas.microsoft.com/office/drawing/2014/main" id="{37461EB4-8B67-C434-B364-08D62281B4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CD9F64AA-1F80-410A-AEDD-11CB3EB91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32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B9D045-69C8-0BC1-4440-DD614B9CB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5000"/>
              <a:t>Implemented Features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A84E10-2F66-BCC3-9886-54D5C44B2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995736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594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B26FD4-75A8-0244-F5DD-BDB2C0CA0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473" y="1998925"/>
            <a:ext cx="5541054" cy="21494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Application Demo</a:t>
            </a:r>
          </a:p>
        </p:txBody>
      </p:sp>
    </p:spTree>
    <p:extLst>
      <p:ext uri="{BB962C8B-B14F-4D97-AF65-F5344CB8AC3E}">
        <p14:creationId xmlns:p14="http://schemas.microsoft.com/office/powerpoint/2010/main" val="2664266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F410B-51CD-8A49-DF08-D7125825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/>
              <a:t>Planned Features For Next Week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572F17-A644-5589-7092-D842A3E054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368538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949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68B61E-6F90-87B0-E3DE-39237CAE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Any Questions ?</a:t>
            </a:r>
          </a:p>
        </p:txBody>
      </p:sp>
      <p:pic>
        <p:nvPicPr>
          <p:cNvPr id="18" name="Graphic 17" descr="Question mark">
            <a:extLst>
              <a:ext uri="{FF2B5EF4-FFF2-40B4-BE49-F238E27FC236}">
                <a16:creationId xmlns:a16="http://schemas.microsoft.com/office/drawing/2014/main" id="{06A8C13A-E5B1-3352-F514-17055C0CED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488740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67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STUDY BUDDY</vt:lpstr>
      <vt:lpstr>Implemented Features</vt:lpstr>
      <vt:lpstr>Application Demo</vt:lpstr>
      <vt:lpstr>Planned Features For Next Week</vt:lpstr>
      <vt:lpstr>Any Questions 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D24125187 Anika Mayesha</dc:creator>
  <cp:lastModifiedBy>D24125187 Anika Mayesha</cp:lastModifiedBy>
  <cp:revision>2</cp:revision>
  <dcterms:created xsi:type="dcterms:W3CDTF">2025-11-06T22:02:28Z</dcterms:created>
  <dcterms:modified xsi:type="dcterms:W3CDTF">2025-11-07T10:32:58Z</dcterms:modified>
</cp:coreProperties>
</file>